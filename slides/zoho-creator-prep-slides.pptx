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viewers and introduce the topic. Goal: Know what to plan before creating an app in Zoho Creator.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what will be covered so viewers know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Manage student data and track performance. If you can't summarize your app in one sentence, you're not ready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 Student, Teacher, Subject, Marks,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Student → Many Marks; One Teacher → Many Subjects. Relationships eliminate 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reports up front shapes form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Teachers can add marks; Students view only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Workflows save time and make your app intelligent.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Helps visualize before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naming saves hours later when writing Deluge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before launch to catch issues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Flow: Form → Workflow → Report → Page. Keep first app simple; iterate.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emphasizing planning and tease next episode: building forms and connecting reports/dashboards.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Zoho Creator App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Presenter's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</a:t>
            </a:r>
          </a:p>
          <a:p>
            <a:pPr/>
            <a:r>
              <a:t>Entities (Forms)</a:t>
            </a:r>
          </a:p>
          <a:p>
            <a:pPr/>
            <a:r>
              <a:t>Relationships</a:t>
            </a:r>
          </a:p>
          <a:p>
            <a:pPr/>
            <a:r>
              <a:t>Reports</a:t>
            </a:r>
          </a:p>
          <a:p>
            <a:pPr/>
            <a:r>
              <a:t>Roles &amp; Permissions</a:t>
            </a:r>
          </a:p>
          <a:p>
            <a:pPr/>
            <a:r>
              <a:t>Workflows</a:t>
            </a:r>
          </a:p>
          <a:p>
            <a:pPr/>
            <a:r>
              <a:t>App Structure</a:t>
            </a:r>
          </a:p>
          <a:p>
            <a:pPr/>
            <a:r>
              <a:t>Naming</a:t>
            </a:r>
          </a:p>
          <a:p>
            <a:pPr/>
            <a:r>
              <a:t>Testing</a:t>
            </a:r>
          </a:p>
          <a:p>
            <a:pPr/>
            <a:r>
              <a:t>How it all connects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the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to solve</a:t>
            </a:r>
          </a:p>
          <a:p>
            <a:pPr/>
            <a:r>
              <a:t>Who will use it</a:t>
            </a:r>
          </a:p>
          <a:p>
            <a:pPr/>
            <a:r>
              <a:t>Outputs: reports/dashboards/notifications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Key Entities (Forms)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Brainstorm information to track</a:t>
            </a:r>
          </a:p>
          <a:p>
            <a:pPr/>
            <a:r>
              <a:t>Each entity = one form</a:t>
            </a:r>
          </a:p>
          <a:p>
            <a:pPr/>
            <a:r>
              <a:t>For each form: fields, required vs optional,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one-to-many/many-to-one</a:t>
            </a:r>
          </a:p>
          <a:p>
            <a:pPr/>
            <a:r>
              <a:t>Use Lookup for single links</a:t>
            </a:r>
          </a:p>
          <a:p>
            <a:pPr/>
            <a:r>
              <a:t>Use Subform for repeating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the end in mind</a:t>
            </a:r>
          </a:p>
          <a:p>
            <a:pPr/>
            <a:r>
              <a:t>Example: Marks by Subject, Attendance Summary, Top 5 Students</a:t>
            </a:r>
          </a:p>
          <a:p>
            <a:pPr/>
            <a:r>
              <a:t>Choose type: List/Calendar/Chart/Pivot/Kanban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users: Principal/Teacher/Student/Parent</a:t>
            </a:r>
          </a:p>
          <a:p>
            <a:pPr/>
            <a:r>
              <a:t>Decide actions: View/Add/Edit/Delete</a:t>
            </a:r>
          </a:p>
          <a:p>
            <a:pPr/>
            <a:r>
              <a:t>Configure: Share → Users &amp; Permissions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Workflows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repetitive actions</a:t>
            </a:r>
          </a:p>
          <a:p>
            <a:pPr/>
            <a:r>
              <a:t>Examples: calculate averages, send absence SMS</a:t>
            </a:r>
          </a:p>
          <a:p>
            <a:pPr/>
            <a:r>
              <a:t>Note Deluge script spots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Sketch the App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 form/report connections</a:t>
            </a:r>
          </a:p>
          <a:p>
            <a:pPr/>
            <a:r>
              <a:t>Layout: Student → Marks → Attendance → Reports/Dashboards/Pages</a:t>
            </a:r>
          </a:p>
          <a:p>
            <a:pPr/>
            <a:r>
              <a:t>Optional: show a whiteboard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consistent, descriptive names</a:t>
            </a:r>
          </a:p>
          <a:p>
            <a:pPr/>
            <a:r>
              <a:t>Examples: student_name, subject_name, total_marks</a:t>
            </a:r>
          </a:p>
          <a:p>
            <a:pPr/>
            <a:r>
              <a:t>Avoid generic labels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with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sample records</a:t>
            </a:r>
          </a:p>
          <a:p>
            <a:pPr/>
            <a:r>
              <a:t>Check reports and dashboards</a:t>
            </a:r>
          </a:p>
          <a:p>
            <a:pPr/>
            <a:r>
              <a:t>Validate automations</a:t>
            </a:r>
          </a:p>
          <a:p>
            <a:pPr/>
            <a:r>
              <a:t>Build test version, then clone to prod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All Connects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Forms collect</a:t>
            </a:r>
          </a:p>
          <a:p>
            <a:pPr/>
            <a:r>
              <a:t>Workflows automate</a:t>
            </a:r>
          </a:p>
          <a:p>
            <a:pPr/>
            <a:r>
              <a:t>Reports show</a:t>
            </a:r>
          </a:p>
          <a:p>
            <a:pPr/>
            <a:r>
              <a:t>Pages visualize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Purpose → Clear goal</a:t>
            </a:r>
          </a:p>
          <a:p>
            <a:pPr/>
            <a:r>
              <a:t>2 Entities → Planned forms</a:t>
            </a:r>
          </a:p>
          <a:p>
            <a:pPr/>
            <a:r>
              <a:t>3 Relationships → Lookups/Subforms</a:t>
            </a:r>
          </a:p>
          <a:p>
            <a:pPr/>
            <a:r>
              <a:t>4 Reports → Desired outputs</a:t>
            </a:r>
          </a:p>
          <a:p>
            <a:pPr/>
            <a:r>
              <a:t>5 Roles → Access levels</a:t>
            </a:r>
          </a:p>
          <a:p>
            <a:pPr/>
            <a:r>
              <a:t>6 Workflows → Automation plan</a:t>
            </a:r>
          </a:p>
          <a:p>
            <a:pPr/>
            <a:r>
              <a:t>7 Sketch → Layout diagram</a:t>
            </a:r>
          </a:p>
          <a:p>
            <a:pPr/>
            <a:r>
              <a:t>8 Naming → Organized structure</a:t>
            </a:r>
          </a:p>
          <a:p>
            <a:pPr/>
            <a:r>
              <a:t>9 Test → Sample data check</a:t>
            </a:r>
          </a:p>
          <a:p>
            <a:pPr/>
            <a:r>
              <a:t>10 Connect → Forms+Reports+Pages+Workflows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